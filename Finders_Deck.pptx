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-1371600"/>
            <a:ext cx="4572000" cy="4572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52560" y="-1005840"/>
            <a:ext cx="3840480" cy="384048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731520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D4A017"/>
                </a:solidFill>
              </a:rPr>
              <a:t>FINDERS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Recruiting &amp; Employment Social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8888"/>
                </a:solidFill>
              </a:rPr>
              <a:t>Connect · Discover · Get Hired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Expo (React Native)  ·  Express.js  · 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 is Finders?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</a:rPr>
              <a:t>Finders is a mobile-first employment and recruiting social media app that brings together four types of professionals on one platform. Post jobs, discover talent, share work, and build your professional identity — all in a sleek gold-on-black mobile experience.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651760"/>
            <a:ext cx="2560320" cy="34747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651760"/>
            <a:ext cx="25603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B5CF6"/>
                </a:solidFill>
              </a:rPr>
              <a:t>Recruiter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29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</a:rPr>
              <a:t>Looking to
hire talent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651760"/>
            <a:ext cx="2560320" cy="34747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2651760"/>
            <a:ext cx="25603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</a:rPr>
              <a:t>Job Seeker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429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</a:rPr>
              <a:t>Looking for
employment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651760"/>
            <a:ext cx="2560320" cy="34747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265176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</a:rPr>
              <a:t>Intern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429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</a:rPr>
              <a:t>Seeking
internships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2651760"/>
            <a:ext cx="2560320" cy="34747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2651760"/>
            <a:ext cx="2560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</a:rPr>
              <a:t>Hustler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429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</a:rPr>
              <a:t>Freelance &amp;
gig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6576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017"/>
                </a:solidFill>
              </a:rPr>
              <a:t>📱 Social Feed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Post content with images, like with animations, reply in threads, and share to other apps.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65760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097280"/>
            <a:ext cx="36576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2618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017"/>
                </a:solidFill>
              </a:rPr>
              <a:t>💼 Jobs &amp; Gigs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73736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Post full-time job opportunities or short-work gigs. Filter by location and job type.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365760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097280"/>
            <a:ext cx="36576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2618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017"/>
                </a:solidFill>
              </a:rPr>
              <a:t>🔍 Discover People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73736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Search and browse professionals by name. Tap any profile to view their full details.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57600"/>
            <a:ext cx="365760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657600"/>
            <a:ext cx="36576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221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017"/>
                </a:solidFill>
              </a:rPr>
              <a:t>💬 Direct Messages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9768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Real-time chat with inverted FlatList, auto-polling every 5 seconds, and Zoom-free video calls.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657600"/>
            <a:ext cx="365760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657600"/>
            <a:ext cx="36576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221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017"/>
                </a:solidFill>
              </a:rPr>
              <a:t>📹 Video Calls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29768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In-app video calls via Jitsi Meet — no third-party account needed. Works inside the app.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657600"/>
            <a:ext cx="365760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657600"/>
            <a:ext cx="36576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8221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017"/>
                </a:solidFill>
              </a:rPr>
              <a:t>🔔 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29768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Like, reply, hire, and message notifications. Unread badge and auto-mark-as-read after 2 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User Experience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486400" cy="1645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45720" cy="1645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017"/>
                </a:solidFill>
              </a:rPr>
              <a:t>Profile 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Upload an avatar photo, set your role (permanent), add bio, location, skills, degrees, and phone number.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5486400" cy="1645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45720" cy="1645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017"/>
                </a:solidFill>
              </a:rPr>
              <a:t>Hire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Tap Hire on any profile — the user gets an instant notification. Perfect for recruiters acting fast.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26080"/>
            <a:ext cx="5486400" cy="1645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926080"/>
            <a:ext cx="45720" cy="1645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017"/>
                </a:solidFill>
              </a:rPr>
              <a:t>Location Filtering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Jobs and Short Work tabs both have a live location bar. Type any city or 'Remote' to filter instantly.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926080"/>
            <a:ext cx="5486400" cy="1645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926080"/>
            <a:ext cx="45720" cy="1645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017"/>
                </a:solidFill>
              </a:rPr>
              <a:t>Owner Admin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A hardcoded owner account can delete any post or user account with full cascade across all tables.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54880"/>
            <a:ext cx="5486400" cy="1645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754880"/>
            <a:ext cx="45720" cy="1645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892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017"/>
                </a:solidFill>
              </a:rPr>
              <a:t>In-App Video Calls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303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The video call button in chat posts a call card and opens a full-screen Jitsi Meet room — no app switching.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754880"/>
            <a:ext cx="5486400" cy="1645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754880"/>
            <a:ext cx="45720" cy="1645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892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017"/>
                </a:solidFill>
              </a:rPr>
              <a:t>Dark + Gold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303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Consistent #D4A017 gold on #1A1A1A black throughout. Inter font family at 4 weights for clean typography.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53949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5760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A017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Expo SDK 54 · React Native 0.81 · New Architecture
• expo-router v6 — file-based routing (5 tabs + modals)
• TanStack React Query v5 — server state
• react-native-webview — in-app video calls
• expo-image, expo-image-picker, expo-haptics
• Inter font (400 / 500 / 600 / 700)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05840"/>
            <a:ext cx="3657600" cy="53949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005840"/>
            <a:ext cx="3657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143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64592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Express v5 · TypeScript · tsx dev runner
• SHA-256 + salt password hashing
• 64-char hex auth tokens in DB
• Dynamic CORS from Replit env vars
• robots.txt + sitemap.xml · SEO meta + JSON-LD
• Landing page with QR code for Expo 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005840"/>
            <a:ext cx="3657600" cy="53949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005840"/>
            <a:ext cx="3657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143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64592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PostgreSQL · Drizzle ORM
• 10 tables: users, posts, jobs, auth_tokens,
•   post_likes, post_replies, conversations,
•   conversation_participants, messages, notifications
• Base64 image storage (avatar + post images)
• gen_random_uuid() primary keys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App Screens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2743200" cy="23774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27432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017"/>
                </a:solidFill>
              </a:rPr>
              <a:t>🏠 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Feed of posts with images, likes, replies, and share. Tap any avatar to visit that user's profile.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408" y="1005840"/>
            <a:ext cx="2743200" cy="23774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64408" y="1005840"/>
            <a:ext cx="27432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1430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017"/>
                </a:solidFill>
              </a:rPr>
              <a:t>🔍 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16002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People search with a search bar. Full profile view with Message + Hire buttons.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1005840"/>
            <a:ext cx="2743200" cy="23774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1005840"/>
            <a:ext cx="27432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11430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017"/>
                </a:solidFill>
              </a:rPr>
              <a:t>💼 Jobs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16002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Browse job postings with location filter. Post new opportunities with salary + type fields.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53144" y="1005840"/>
            <a:ext cx="2743200" cy="23774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53144" y="1005840"/>
            <a:ext cx="27432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0304" y="11430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017"/>
                </a:solidFill>
              </a:rPr>
              <a:t>⚡ Short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16002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Quick gig listings with location filter. Ideal for freelancers and Hustlers.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611880"/>
            <a:ext cx="2743200" cy="23774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611880"/>
            <a:ext cx="27432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490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017"/>
                </a:solidFill>
              </a:rPr>
              <a:t>💬 Messages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0624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Conversation list → full chat screen with video call button in the header.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4408" y="3611880"/>
            <a:ext cx="2743200" cy="23774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64408" y="3611880"/>
            <a:ext cx="27432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01568" y="37490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017"/>
                </a:solidFill>
              </a:rPr>
              <a:t>🔔 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1568" y="420624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Like / reply / hire / message alerts. Auto-mark-read after 2 seconds. Unread dot in tab bar.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08776" y="3611880"/>
            <a:ext cx="2743200" cy="23774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08776" y="3611880"/>
            <a:ext cx="27432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45936" y="37490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017"/>
                </a:solidFill>
              </a:rPr>
              <a:t>👤 Profile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5936" y="420624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Edit name, bio, role, photo, skills, degrees, phone, and location. Sign out.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53144" y="3611880"/>
            <a:ext cx="2743200" cy="23774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53144" y="3611880"/>
            <a:ext cx="27432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90304" y="37490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017"/>
                </a:solidFill>
              </a:rPr>
              <a:t>📹 Video 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0304" y="420624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Full-screen Jitsi Meet room tied to the conversation. Red end-call button, safe-area aware.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Design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88720" cy="1188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#D4A017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Primary Gold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1005840"/>
            <a:ext cx="1188720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19" y="2286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#1A1A1A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606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Background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005840"/>
            <a:ext cx="1188720" cy="11887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286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#111111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606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Screen BG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1005840"/>
            <a:ext cx="1188720" cy="11887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286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#1E1E1E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606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Card BG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005840"/>
            <a:ext cx="1188720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286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#8B5CF6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606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Recruiter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1005840"/>
            <a:ext cx="1188720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2286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#3B82F6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606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Job Seeker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005840"/>
            <a:ext cx="1188720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2286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#10B981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606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Intern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78440" y="1005840"/>
            <a:ext cx="118872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78440" y="2286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#F59E0B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2606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Hustler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108960"/>
            <a:ext cx="5303520" cy="32918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108960"/>
            <a:ext cx="530352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017"/>
                </a:solidFill>
              </a:rPr>
              <a:t>Typography — Inter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374903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Inter 700 Bold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3434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Inter 600 SemiBold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93775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Inter 500 Medium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5321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Inter 400 Regular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108960"/>
            <a:ext cx="5486400" cy="32918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108960"/>
            <a:ext cx="54864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32461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017"/>
                </a:solidFill>
              </a:rPr>
              <a:t>Design Principles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37033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Touch-first: icons over text, large tap 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142231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Dark theme only — consistent #111 screen backgrounds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458114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Gold accents for all interactive &amp; branded elements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02005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Safe-area aware on all screens (notch + Dynamic Island)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545896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Haptic feedback on every meaningful interaction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5897879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Empty states use icon + descriptive text (no placeholders)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200400" cy="5029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20040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A017"/>
                </a:solidFill>
              </a:rPr>
              <a:t>Expo App
(React Native)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expo-router (file-based)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15768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React Query (server state)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74136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Auth Context (AsyncStorage)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32504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WebView (video calls)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90871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expo-image-picker (photos)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49239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expo-haptics (feedback)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097280"/>
            <a:ext cx="3200400" cy="5029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097280"/>
            <a:ext cx="3200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2344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Express API
(Port 5000)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0574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Auth: register / login / 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715768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Posts: CRUD + likes + replies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374136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Jobs: full-time + short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032504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Users: search + hire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690871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Conversations + Messages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349239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Notifications + admin delete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1097280"/>
            <a:ext cx="3383280" cy="5029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1097280"/>
            <a:ext cx="3383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12344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PostgreSQL
(Drizzle ORM)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0574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users (+ degrees, phone)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71576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posts + post_likes + replies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374136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jobs (isShortWork flag)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032504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auth_tokens (64-char hex)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690871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conversations + participants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5349239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messages + notifications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03320" y="3566160"/>
            <a:ext cx="64008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60520" y="3383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</a:rPr>
              <a:t>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3566160"/>
            <a:ext cx="6400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3383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B82F6"/>
                </a:solidFill>
              </a:rPr>
              <a:t>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Deployment &amp; SEO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2560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4864" cy="2560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A017"/>
                </a:solidFill>
              </a:rPr>
              <a:t>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  • Two dev workflows: Start Frontend (8081) + Start Backend (5000)
    • Replit Expo Launch → iOS App Store submission
    • Static web build via scripts/build.js + esbuild server bundle
    • Landing page with QR code for Expo Go preview
    • Production environment isolated from dev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11247120" cy="2560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54864" cy="2560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977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SEO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89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  • Full &lt;meta&gt; tags: description, keywords, author, robots
    • Open Graph (og:title, og:description, og:url, og:type)
    • Twitter Card (summary card)
    • JSON-LD: MobileApplication + Organization structured data
    • /robots.txt — blocks /api/, points to sitemap
    • /sitemap.xml — with mobile:mobile tag for Google mobile-first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D4A017"/>
                </a:solidFill>
              </a:rPr>
              <a:t>FINDERS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</a:rPr>
              <a:t>Connect · Discover · Get Hired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931920"/>
            <a:ext cx="210312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Built with Expo · Express · PostgreSQL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